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CE582-7B5D-4108-ECFB-936C5E552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03D4F3-90CD-67F2-AE78-FFEABB8D3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34D15F-21C6-6819-A4B9-DC5C242B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48D48D-A50A-C9ED-B4AD-FFD0089BF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31DF7C-331A-4899-749E-C8112A6C9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2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6AF77D-FDE4-A008-6E49-254394FA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519586-801E-DD23-C863-8A103A15F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C469FB-5D1E-C0B8-BCAF-41F320EC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370664-0C7B-C20C-96F9-44EFF8AC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304E6B-8B67-43A0-3916-B8487E4B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C97D69-78BE-4B75-2879-D9AB97A3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ED7D5F-28B5-FD1A-6458-00977E279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32252A-7CEE-1AAF-8DFA-B77AF883B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298D6F-638E-B913-7FB1-E3828278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F2271B-B3CF-91B8-A54B-D466DE7B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3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CBB405-F41F-263B-B3D0-20716CE5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312728-CE95-E66E-81AB-723D938FC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591863-E56C-447A-A6C2-00924B225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49AEB7-D9BC-0855-55F0-C3DB6A16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B09908-CD8F-7ADC-718C-D8D83FBE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3BF0F8-0258-C9CD-C7C9-22CB3654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CECFC-13EF-2C74-1CE8-62B96EF2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A023F-33A3-CB9C-5162-FE15BF482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E2D2CC-486C-A949-CD92-2149C4338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8C4FAF-A2F4-B4AB-DDBB-DE0149576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A90FF6-622B-835A-8B44-9145E9A657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77546A-A3A6-682D-E57C-B345C4F0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B7A8EB-0555-167C-48E2-9F7B53D9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11CA18-CC1F-6EC3-2F3F-3511277C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4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06399-F8C2-7BD4-69A9-50B6D369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58FD4-06CB-E089-56B0-6B66C8B8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8575BB-2117-E8E3-6820-09D1C96C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54165B-88F6-A7DD-1995-8960A6D3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8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7439A4-0B02-EBC9-43EE-59EC0122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91D171-6C59-0074-73FB-6E0AC000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5F683E-A643-4D52-828C-2AAC158C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6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CFEB9-ABEB-3119-D640-AFE10278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C1EA3C-E2DA-B968-91D3-EB1E4F126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C8BF85-12DF-E1A6-08AC-F3C404DFB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1F3B4-DBEB-927B-DB93-5CA313C1B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E9125A-EE36-1CCF-8042-557E8AE7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0A7716-C206-702D-D310-EB568328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8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1F11F-25CA-706C-87E6-75B91CAD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1A285A-06F4-A8E8-1BCB-7A3CC1495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87F7D5-5B82-429C-7190-919AB3EDA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97FBC0-4D63-C0FB-0BDD-FC458F26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AE141E6-1B0E-AECB-B827-DC4F70DB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18EFF3-E7E9-2F5F-9B85-DBDD16C9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0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3A949-6C82-FD9C-F941-7693F8BE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1EEBE3-4080-CA56-6DF1-22C6B8C56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E459EC-3597-CFFC-F4AA-C0F38389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64C539-6398-AD12-297A-4EFEC5CFF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16FD73-A102-C376-09F8-6CDD2F53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6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6B85D0-7F2C-C6E2-C17C-0C0833A91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D7B455-1FB3-147B-5C1E-54DE42A76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F9E65E-1B87-6B3F-DEA7-85B8D789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C978D5-4372-DCCD-4F22-968659A90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F93971-8890-1020-4D18-8AF81775F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6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15B1039-3016-852C-A371-A53792BB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990AF-F2F0-D7F1-ED2F-BBA302896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BE3DA-F39C-532B-D33F-B5C74C5B6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2233D-4649-49AA-8C76-46F30B71235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F583D5-3D5D-1AE9-9348-6C332AC39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86AAF-D35B-4390-9BD0-D4D471F03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1F7F6-E4FD-4051-BC80-E50E4DEBF2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9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9B7F01F-C2D4-8E09-EEC6-111298D4915E}"/>
              </a:ext>
            </a:extLst>
          </p:cNvPr>
          <p:cNvGrpSpPr/>
          <p:nvPr/>
        </p:nvGrpSpPr>
        <p:grpSpPr>
          <a:xfrm>
            <a:off x="3098482" y="98425"/>
            <a:ext cx="5995035" cy="6661150"/>
            <a:chOff x="3098482" y="98425"/>
            <a:chExt cx="5995035" cy="6661150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91A71A08-89D7-D306-97D3-3EEEC55F9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482" y="98425"/>
              <a:ext cx="5995035" cy="6661150"/>
            </a:xfrm>
            <a:prstGeom prst="rect">
              <a:avLst/>
            </a:prstGeom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7F8E41C-98F4-3838-901A-B1DB50153F2F}"/>
                </a:ext>
              </a:extLst>
            </p:cNvPr>
            <p:cNvSpPr/>
            <p:nvPr/>
          </p:nvSpPr>
          <p:spPr>
            <a:xfrm>
              <a:off x="5919788" y="935831"/>
              <a:ext cx="581025" cy="17145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739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24A11E68-32ED-00EB-E785-CBB1B576E75F}"/>
                </a:ext>
              </a:extLst>
            </p:cNvPr>
            <p:cNvSpPr/>
            <p:nvPr/>
          </p:nvSpPr>
          <p:spPr>
            <a:xfrm>
              <a:off x="6688138" y="3888581"/>
              <a:ext cx="581025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127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54D3CCEF-BA3B-544C-7411-147D5D403205}"/>
                </a:ext>
              </a:extLst>
            </p:cNvPr>
            <p:cNvSpPr/>
            <p:nvPr/>
          </p:nvSpPr>
          <p:spPr>
            <a:xfrm>
              <a:off x="8197850" y="4637881"/>
              <a:ext cx="581025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C3184AF-FDA3-4002-37E3-4C8C368106C6}"/>
                </a:ext>
              </a:extLst>
            </p:cNvPr>
            <p:cNvSpPr/>
            <p:nvPr/>
          </p:nvSpPr>
          <p:spPr>
            <a:xfrm>
              <a:off x="7440612" y="4466431"/>
              <a:ext cx="581025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29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476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4DE9094-7AD1-8111-24CF-50BA1004DBC3}"/>
              </a:ext>
            </a:extLst>
          </p:cNvPr>
          <p:cNvGrpSpPr/>
          <p:nvPr/>
        </p:nvGrpSpPr>
        <p:grpSpPr>
          <a:xfrm>
            <a:off x="3009900" y="0"/>
            <a:ext cx="6172200" cy="6858000"/>
            <a:chOff x="3009900" y="0"/>
            <a:chExt cx="6172200" cy="6858000"/>
          </a:xfrm>
        </p:grpSpPr>
        <p:pic>
          <p:nvPicPr>
            <p:cNvPr id="5" name="Grafik 4" descr="Ein Bild, das Text, Screenshot, Diagramm, Design enthält.&#10;&#10;KI-generierte Inhalte können fehlerhaft sein.">
              <a:extLst>
                <a:ext uri="{FF2B5EF4-FFF2-40B4-BE49-F238E27FC236}">
                  <a16:creationId xmlns:a16="http://schemas.microsoft.com/office/drawing/2014/main" id="{44641730-819C-99DD-6453-9AB6339CE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9900" y="0"/>
              <a:ext cx="6172200" cy="6858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3EBBFD9-18D5-64B2-AF74-EEAE910E00E7}"/>
                </a:ext>
              </a:extLst>
            </p:cNvPr>
            <p:cNvSpPr txBox="1"/>
            <p:nvPr/>
          </p:nvSpPr>
          <p:spPr>
            <a:xfrm rot="16200000">
              <a:off x="4411227" y="2934119"/>
              <a:ext cx="13068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Variants [n]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5300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Breitbild</PresentationFormat>
  <Paragraphs>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>Medizinische Universitaet Innsbruck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Amstler Stephan</dc:creator>
  <cp:lastModifiedBy>Amstler Stephan</cp:lastModifiedBy>
  <cp:revision>2</cp:revision>
  <dcterms:created xsi:type="dcterms:W3CDTF">2025-09-24T15:24:31Z</dcterms:created>
  <dcterms:modified xsi:type="dcterms:W3CDTF">2025-10-02T09:50:31Z</dcterms:modified>
</cp:coreProperties>
</file>